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03361-9837-6F34-DA99-A01744D8F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A3DE1-D076-B345-73F0-C467935F6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753EA-83D9-DFA5-9F09-A287336E0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EE393-F6E8-12C1-17EE-2E2292860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FC906-E842-EFAB-0545-943EF5B1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8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D9F77-CE5D-F32A-EF30-0B811C93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BD158-CCE3-213D-5C1A-1066545A8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AFB03-9EB0-B008-3CE5-241DEF86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DADA5-85A7-FDF9-63EE-AC3F18E0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2506F-175E-B409-EEEB-F7DC758A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0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CFA05-B9A9-AA44-36EA-99E6A304F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6852A-5D59-6694-23AB-39F35A27F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9A551-00EA-298E-ED79-5B23534EB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8C9D4-242F-68F8-784C-18416DA38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9DCC9-5663-3519-F031-1ECD1E74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6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CA03-EFF9-C615-4E59-A5327AF78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B1F6A-EABF-75F9-07BC-8259A2CB14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F3C53-A570-D862-81B2-5A865EBFC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D8444-E205-7AA9-34F2-42BC11682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EEEBE-E30B-9EEF-B951-A0E8BFBA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A8A4C-5A04-0429-BBDA-29FA293D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9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1404-33B2-2E5A-FD91-40E8CE2BC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A908A-1E2E-2D87-93B9-28A4FB38C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7299-FFA7-693B-AAA8-D6E96A6A8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D86C0B-3C41-8ABC-75EA-F78E50E64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674E3-0E8F-D762-9E92-1125DBDF9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003C27-BDC2-E827-75BF-4E7A0AF3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4E4142-8535-5C0F-D450-98CFBF5B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2CC3F-29BB-528A-5A75-E32E91F0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02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43BA-9474-64E3-8C88-341183BA6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391B0-5D70-4191-950D-5BF2E3DE8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F9CBE-79C9-83FC-4AA6-96F366CE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CA24F-4266-33F1-8CDB-5FC7AE7B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76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3DC2C-F03F-2D13-831A-AF8391EC2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2895E-A40E-61DB-ECD6-09D009C4B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C5E8D-5895-956F-A8CD-C1B023FD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2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9D06F-269A-776B-B69F-52B17F371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73845-57EB-B646-834D-C8916294D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4A5A3-716D-817D-58C3-E3800490E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B07A0-3601-FF93-A76F-421C83638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B6D8C-BECC-7E36-38DA-384D2CC33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6E06C-D402-970C-5A5C-FE5ADDB5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48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B913-3FDA-8FA3-67F1-AB1B6A8B5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162A8-2EFB-2ABA-26DD-CE85110AD1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CBADD-5EC0-0120-7343-D2C1C1438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E9979-0F78-D070-4EB5-3225BB48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5E75A-10A5-E7B1-6232-29DA39407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E74E3-78FC-CA58-1DB1-27F3FDDA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5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A0CA-E964-B224-29AC-38EB4E046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D0534-A094-76BB-8173-16462BD04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F3E61-ED41-06D7-B756-5403197E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14ADB-1F9D-3E03-12C7-2632924B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BA599-04BC-0EE1-EF6A-4C217110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67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8C6DC7-AF45-E409-2288-57CA7E7E58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E7492-0210-73B7-4C26-32E0D2506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1AB8B-E280-F259-88EE-6857C2DCA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B5507-084F-21BB-0C58-828C098F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4F8F2-06B5-A566-8970-56CF2112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29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D96DB4-2EE5-45A5-32C4-599330148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B8FD1-EA65-C744-7F7E-386ECD3BC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D419F-C7F4-FD39-E656-565E6E2A6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735DF-DF59-42FE-B27C-998EF5DD066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91009-06BC-71A5-084B-D4AD8A006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DEF67-ADD0-791E-FD93-D17BF9C47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65F1F-18C1-4330-BC86-7860A765D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4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D6B7-E148-7109-F3BB-5AA0DD7447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Transitioning </a:t>
            </a:r>
            <a:r>
              <a:rPr lang="en-US" dirty="0" err="1"/>
              <a:t>ChadaTech</a:t>
            </a:r>
            <a:r>
              <a:rPr lang="en-US" dirty="0"/>
              <a:t> to Agile: A Strategic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3C1B5-DFA2-86B8-0900-07B2191068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Evaluating Methodologies for the SNHU Travel Project</a:t>
            </a:r>
          </a:p>
          <a:p>
            <a:pPr indent="0" algn="l">
              <a:buNone/>
            </a:pPr>
            <a:br>
              <a:rPr lang="en-US" dirty="0"/>
            </a:br>
            <a:r>
              <a:rPr lang="en-US" dirty="0"/>
              <a:t>P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resenter Name: Shannon Hawkins-Woltz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Course: CS 250: Software Development Lifecycle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Date: August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685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4C8D-E5D7-AF9A-38EF-A445F042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Explaining Agile Roles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F92B4-4DE1-AD72-1474-0CA813982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Scrum-Agile Team Roles &amp; Importance</a:t>
            </a:r>
          </a:p>
          <a:p>
            <a:pPr indent="0" algn="l">
              <a:buNone/>
            </a:pP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Product Owner: Represents the business and stakeholders, manages and prioritizes the Product Backlog, and ensures the team builds features that deliver maximum value.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Scrum Master: Acts as a servant-leader, facilitates Scrum events, removes organizational impediments, and ensures the team adheres to Agile principles.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Development Team: A self-organizing, cross-functional group of professionals who design, code, test, and deliver incremental software releases.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Speaker Notes/Context: Clearly defined roles prevent overlapping duties and maintain strong individual accountability across all development phases.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943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9D147-58C9-5476-385E-EE13FB414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Explaining Agile Phases (SDLC)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FCA09-A2DD-C262-F6B3-31310BB0C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Software Development Lifecycle in an Agile Approach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Requirements &amp; Planning (Incremental): Rather than locking down all requirements upfront, features are scoped into manageable user stories and planned on a sprint-by-sprint basis.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Iterative Development &amp; Testing: Coding and testing happen continuously within short sprints (typically 2 to 4 weeks), allowing bugs to be caught early.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Review &amp; Deployment: Working software increments are reviewed with stakeholders at the end of every sprint, enabling rapid feedback and continuous deployment.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Speaker Notes/Context: This iterative structure keeps development aligned with changing user needs and ensures steady, visible progress.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621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DE27-9A02-CDDE-97B0-1DC148259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Describing the Waterfall Model (Comparison)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36263-9D20-6AA5-0659-6372418CC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How Waterfall Differs: A Development Scenario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Linear Sequence: Waterfall follows a strict sequential flow (Requirements -&gt; Design -&gt; Implementation -&gt; Testing -&gt; Deployment) where each phase must finish before the next begins.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Impact of Changes: In the SNHU Travel project, if a third-party API integration requirement changed mid-project under Waterfall, it would require costly redesigns and phase restarts.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Rigidity vs. Flexibility: Unlike Agile, which welcomes changing requirements, Waterfall locks in scope early, making it risky if market demands or client expectations shift.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Speaker Notes/Context: Using Waterfall for custom software design often hides defects until the final testing phase, whereas Agile catches them immediately.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697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2AD0D-9145-7C72-6066-4ACE6210E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Waterfall or Agile Approach &amp; 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5CAF0-144D-91A9-539C-420CD3637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Choosing Your Methodology: Factors for Success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Key Decision Factors: Organizations must weigh project predictability, scope flexibility, stakeholder involvement, and delivery speed when choosing a model.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Why Agile Wins for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ChadaTech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Agile fits custom software design best because it fosters collaboration, cuts down time-to-market, and builds a cohesive corporate culture.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Recommendation: Fully transition development teams to the Scrum framework to support ongoing innovation for clients like SNHU Travel.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64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D24F-2933-34E7-4B3E-89FD668DF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0D3EA-9F2E-3567-74AD-68B611C82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Beck, K., et al. (2020). The Agile Manifesto Principles. Agile Alliance.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Schwaber, K., &amp; Sutherland, J. (2020). The Scrum Guide: The Definitive Guide to Scrum: The Rules of the Game. Scrum.org.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Sommerville, I. (2021). Software Engineering (10th ed.). Pearson.</a:t>
            </a:r>
          </a:p>
          <a:p>
            <a:pPr indent="0" algn="l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Wysocki, R. K. (2020). Effective Project Management: Traditional, Agile, Extreme (8th ed.). </a:t>
            </a:r>
            <a:r>
              <a:rPr lang="en-US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Wiley.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02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Transitioning ChadaTech to Agile: A Strategic Review</vt:lpstr>
      <vt:lpstr>Explaining Agile Roles</vt:lpstr>
      <vt:lpstr>Explaining Agile Phases (SDLC)</vt:lpstr>
      <vt:lpstr> Describing the Waterfall Model (Comparison)</vt:lpstr>
      <vt:lpstr>Waterfall or Agile Approach &amp; 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shannon woltz</dc:creator>
  <cp:lastModifiedBy>shannon woltz</cp:lastModifiedBy>
  <cp:revision>1</cp:revision>
  <dcterms:created xsi:type="dcterms:W3CDTF">2026-08-19T18:14:05Z</dcterms:created>
  <dcterms:modified xsi:type="dcterms:W3CDTF">2026-08-19T18:14:06Z</dcterms:modified>
</cp:coreProperties>
</file>